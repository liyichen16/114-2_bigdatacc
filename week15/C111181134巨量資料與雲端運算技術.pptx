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reneFlorentina" charset="1" panose="02000503000000000000"/>
      <p:regular r:id="rId9"/>
    </p:embeddedFont>
    <p:embeddedFont>
      <p:font typeface="Noto Sans T Chinese" charset="1" panose="020B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09189" y="7651848"/>
            <a:ext cx="2899998" cy="2541453"/>
          </a:xfrm>
          <a:custGeom>
            <a:avLst/>
            <a:gdLst/>
            <a:ahLst/>
            <a:cxnLst/>
            <a:rect r="r" b="b" t="t" l="l"/>
            <a:pathLst>
              <a:path h="2541453" w="2899998">
                <a:moveTo>
                  <a:pt x="0" y="0"/>
                </a:moveTo>
                <a:lnTo>
                  <a:pt x="2899998" y="0"/>
                </a:lnTo>
                <a:lnTo>
                  <a:pt x="2899998" y="2541453"/>
                </a:lnTo>
                <a:lnTo>
                  <a:pt x="0" y="2541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396052">
            <a:off x="13174704" y="-3626674"/>
            <a:ext cx="6535872" cy="6500222"/>
          </a:xfrm>
          <a:custGeom>
            <a:avLst/>
            <a:gdLst/>
            <a:ahLst/>
            <a:cxnLst/>
            <a:rect r="r" b="b" t="t" l="l"/>
            <a:pathLst>
              <a:path h="6500222" w="6535872">
                <a:moveTo>
                  <a:pt x="0" y="0"/>
                </a:moveTo>
                <a:lnTo>
                  <a:pt x="6535871" y="0"/>
                </a:lnTo>
                <a:lnTo>
                  <a:pt x="6535871" y="6500221"/>
                </a:lnTo>
                <a:lnTo>
                  <a:pt x="0" y="6500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708608" y="6156574"/>
            <a:ext cx="6535872" cy="6500222"/>
          </a:xfrm>
          <a:custGeom>
            <a:avLst/>
            <a:gdLst/>
            <a:ahLst/>
            <a:cxnLst/>
            <a:rect r="r" b="b" t="t" l="l"/>
            <a:pathLst>
              <a:path h="6500222" w="6535872">
                <a:moveTo>
                  <a:pt x="0" y="0"/>
                </a:moveTo>
                <a:lnTo>
                  <a:pt x="6535872" y="0"/>
                </a:lnTo>
                <a:lnTo>
                  <a:pt x="6535872" y="6500222"/>
                </a:lnTo>
                <a:lnTo>
                  <a:pt x="0" y="650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23045">
            <a:off x="12255882" y="212790"/>
            <a:ext cx="967471" cy="865447"/>
          </a:xfrm>
          <a:custGeom>
            <a:avLst/>
            <a:gdLst/>
            <a:ahLst/>
            <a:cxnLst/>
            <a:rect r="r" b="b" t="t" l="l"/>
            <a:pathLst>
              <a:path h="865447" w="967471">
                <a:moveTo>
                  <a:pt x="0" y="0"/>
                </a:moveTo>
                <a:lnTo>
                  <a:pt x="967471" y="0"/>
                </a:lnTo>
                <a:lnTo>
                  <a:pt x="967471" y="865446"/>
                </a:lnTo>
                <a:lnTo>
                  <a:pt x="0" y="8654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719978">
            <a:off x="15911656" y="4984690"/>
            <a:ext cx="644751" cy="576759"/>
          </a:xfrm>
          <a:custGeom>
            <a:avLst/>
            <a:gdLst/>
            <a:ahLst/>
            <a:cxnLst/>
            <a:rect r="r" b="b" t="t" l="l"/>
            <a:pathLst>
              <a:path h="576759" w="644751">
                <a:moveTo>
                  <a:pt x="0" y="0"/>
                </a:moveTo>
                <a:lnTo>
                  <a:pt x="644751" y="0"/>
                </a:lnTo>
                <a:lnTo>
                  <a:pt x="644751" y="576759"/>
                </a:lnTo>
                <a:lnTo>
                  <a:pt x="0" y="576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921078">
            <a:off x="1017471" y="4441198"/>
            <a:ext cx="644751" cy="576759"/>
          </a:xfrm>
          <a:custGeom>
            <a:avLst/>
            <a:gdLst/>
            <a:ahLst/>
            <a:cxnLst/>
            <a:rect r="r" b="b" t="t" l="l"/>
            <a:pathLst>
              <a:path h="576759" w="644751">
                <a:moveTo>
                  <a:pt x="0" y="0"/>
                </a:moveTo>
                <a:lnTo>
                  <a:pt x="644751" y="0"/>
                </a:lnTo>
                <a:lnTo>
                  <a:pt x="644751" y="576759"/>
                </a:lnTo>
                <a:lnTo>
                  <a:pt x="0" y="576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77262">
            <a:off x="5820964" y="8489851"/>
            <a:ext cx="967471" cy="865447"/>
          </a:xfrm>
          <a:custGeom>
            <a:avLst/>
            <a:gdLst/>
            <a:ahLst/>
            <a:cxnLst/>
            <a:rect r="r" b="b" t="t" l="l"/>
            <a:pathLst>
              <a:path h="865447" w="967471">
                <a:moveTo>
                  <a:pt x="0" y="0"/>
                </a:moveTo>
                <a:lnTo>
                  <a:pt x="967471" y="0"/>
                </a:lnTo>
                <a:lnTo>
                  <a:pt x="967471" y="865447"/>
                </a:lnTo>
                <a:lnTo>
                  <a:pt x="0" y="865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39796" y="8312553"/>
            <a:ext cx="2273736" cy="2472519"/>
          </a:xfrm>
          <a:custGeom>
            <a:avLst/>
            <a:gdLst/>
            <a:ahLst/>
            <a:cxnLst/>
            <a:rect r="r" b="b" t="t" l="l"/>
            <a:pathLst>
              <a:path h="2472519" w="2273736">
                <a:moveTo>
                  <a:pt x="0" y="0"/>
                </a:moveTo>
                <a:lnTo>
                  <a:pt x="2273737" y="0"/>
                </a:lnTo>
                <a:lnTo>
                  <a:pt x="2273737" y="2472519"/>
                </a:lnTo>
                <a:lnTo>
                  <a:pt x="0" y="24725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628275" y="0"/>
            <a:ext cx="2273736" cy="2472519"/>
          </a:xfrm>
          <a:custGeom>
            <a:avLst/>
            <a:gdLst/>
            <a:ahLst/>
            <a:cxnLst/>
            <a:rect r="r" b="b" t="t" l="l"/>
            <a:pathLst>
              <a:path h="2472519" w="2273736">
                <a:moveTo>
                  <a:pt x="0" y="0"/>
                </a:moveTo>
                <a:lnTo>
                  <a:pt x="2273736" y="0"/>
                </a:lnTo>
                <a:lnTo>
                  <a:pt x="2273736" y="2472519"/>
                </a:lnTo>
                <a:lnTo>
                  <a:pt x="0" y="24725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41115" y="1689169"/>
            <a:ext cx="13633018" cy="303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8"/>
              </a:lnSpc>
            </a:pPr>
            <a:r>
              <a:rPr lang="en-US" sz="8513">
                <a:solidFill>
                  <a:srgbClr val="1B1B27"/>
                </a:solidFill>
                <a:latin typeface="IreneFlorentina"/>
                <a:ea typeface="IreneFlorentina"/>
                <a:cs typeface="IreneFlorentina"/>
                <a:sym typeface="IreneFlorentina"/>
              </a:rPr>
              <a:t>CRNN神經網路機器學習之Captcha驗證碼影像辨識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542761" y="5273070"/>
            <a:ext cx="7202477" cy="938881"/>
            <a:chOff x="0" y="0"/>
            <a:chExt cx="9603303" cy="12518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03303" cy="1251842"/>
            </a:xfrm>
            <a:custGeom>
              <a:avLst/>
              <a:gdLst/>
              <a:ahLst/>
              <a:cxnLst/>
              <a:rect r="r" b="b" t="t" l="l"/>
              <a:pathLst>
                <a:path h="1251842" w="9603303">
                  <a:moveTo>
                    <a:pt x="0" y="0"/>
                  </a:moveTo>
                  <a:lnTo>
                    <a:pt x="9603303" y="0"/>
                  </a:lnTo>
                  <a:lnTo>
                    <a:pt x="9603303" y="1251842"/>
                  </a:lnTo>
                  <a:lnTo>
                    <a:pt x="0" y="1251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211" t="0" r="-121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57079"/>
              <a:ext cx="9603303" cy="871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1B1B27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海資四甲  C111181134 李翊丞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239804" y="6792811"/>
            <a:ext cx="7635641" cy="938881"/>
          </a:xfrm>
          <a:custGeom>
            <a:avLst/>
            <a:gdLst/>
            <a:ahLst/>
            <a:cxnLst/>
            <a:rect r="r" b="b" t="t" l="l"/>
            <a:pathLst>
              <a:path h="938881" w="7635641">
                <a:moveTo>
                  <a:pt x="0" y="0"/>
                </a:moveTo>
                <a:lnTo>
                  <a:pt x="7635641" y="0"/>
                </a:lnTo>
                <a:lnTo>
                  <a:pt x="7635641" y="938881"/>
                </a:lnTo>
                <a:lnTo>
                  <a:pt x="0" y="9388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753" r="0" b="-175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" t="0" r="-9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" t="0" r="-9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DAHLZ_NtRRk</dc:identifier>
  <dcterms:modified xsi:type="dcterms:W3CDTF">2011-08-01T06:04:30Z</dcterms:modified>
  <cp:revision>1</cp:revision>
  <dc:title>巨量資料與雲端運算技術</dc:title>
</cp:coreProperties>
</file>